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C79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Avi Yashaya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DFE6EF"/>
                </a:solidFill>
                <a:latin typeface="Calibri"/>
              </a:rPr>
              <a:t>Partner &amp; CEO, Mahanakhon Beverages Co., Ltd
NPD Consultant for Beverage Growth Across Southeast Asia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2233F"/>
                </a:solidFill>
                <a:latin typeface="Calibri"/>
              </a:rPr>
              <a:t>aviyashaya@gmail.com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Built for Execution, Not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10+ years building beverage brands, operations, and route-to-market systems across Thailand, Laos, and Vietnam.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Led launches that now generate over $2M annual sell-through in retail and on-trade channels.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Hands-on leadership across sourcing, production, packaging, pricing, and distribution—not AI concept work.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Trusted operator for companies that need profitable market entry and scale in Southeast Asia.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What Enterprise Beverage Teams Bring Me In To 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Build a resilient, multi-country beverage supply chain from raw materials to retail shelf.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Design and validate product-market fit for Beer, Spirits, and RTD portfolios in Southeast Asia.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Convert distributor conversations into measurable listings, volume, and margin expansion.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De-risk new market entries with local manufacturing, regulatory, and channel execution plans.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Global Supply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Hyper-Specific Operating Model: Source Global, Produce Local, Sell Regional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Raw materials: hop procurement from the USA and New Zealand with quality/spec alignment and cost controls.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Production backbone: partner plants in Vietnam and Thailand across Brewery, Distillery, and RTD categories.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Packaging network: coordinated can, bottle, closure, and label suppliers to protect lead time and cash flow.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Regional flow: finished goods exported to convenience store channels in Taiwan and Japan.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Market expansion support: launch blueprints for clients opening new beverage markets in Laos.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6035040"/>
            <a:ext cx="10789920" cy="27432"/>
          </a:xfrm>
          <a:prstGeom prst="rect">
            <a:avLst/>
          </a:prstGeom>
          <a:solidFill>
            <a:srgbClr val="C79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6144768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64559"/>
                </a:solidFill>
                <a:latin typeface="Calibri"/>
              </a:rPr>
              <a:t>Result: diversified supply continuity with practical production optionality across countries and categories.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Regional Commercialization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2233F"/>
                </a:solidFill>
                <a:latin typeface="Calibri"/>
              </a:rPr>
              <a:t>Route-to-Market and Pricing Strategy by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Thailand + Vietnam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Position portfolio by channel: modern trade, convenience, and on-trade activation.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Set margin architecture for producers, importers/distributors, and retailers.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Build launch calendars tied to local demand windows, events, and consumer behavior.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Run SKU-by-SKU pricing ladders to protect both velocity and gross margin.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Laos Market Entry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Define import or local production model based on tax and duty realities.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Build first-wave assortment with clear opening price points and premium anchors.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Train distributor teams on product story, outlet pitch, and sell-in mechanics.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Stage rollout by city and outlet class to maximize conversion with controlled risk.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2233F"/>
                </a:solidFill>
                <a:latin typeface="Calibri"/>
              </a:rPr>
              <a:t>A Working Network Built Over a Decade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Supply + Production Partners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Hop and ingredient suppliers in the USA and New Zealand.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Manufacturing partners in Thailand and Vietnam covering beer, spirits, and RTD.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Packaging suppliers for cans, bottles, cartons, and labels with scalable capacity.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Quality and operational alignment across partners to speed launch readiness.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Commercial Partners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Distributors and route-to-market operators across Thailand, Laos, and Vietnam.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Retail and convenience channel relationships in Taiwan and Japan export routes.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On-trade account development through practical pricing and menu placement strategy.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Cross-functional partner management to maintain execution standards and timelines.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Category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Cross-Category Execution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Brewery: concept-to-commercialization support for craft and premium beer portfolios.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Distillery: liquid positioning, production planning, and go-to-market design for spirits.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RTD: speed-to-market product development and scalable production transition support.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Integrated portfolio strategy to prevent channel conflict and maximize total account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Commercial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Selected Outcomes 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Built and operated systems behind Mahanakhon products now exceeding $2M annual retail + on-trade revenue.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Structured practical supply chain pathways linking global ingredient sourcing to regional production execution.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Developed export-ready operating flows for convenience store channels in Taiwan and Japan.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Supported market-opening strategy for Laos with channel-specific launch sequencing and price architecture.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6035040"/>
            <a:ext cx="10789920" cy="27432"/>
          </a:xfrm>
          <a:prstGeom prst="rect">
            <a:avLst/>
          </a:prstGeom>
          <a:solidFill>
            <a:srgbClr val="C79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6144768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64559"/>
                </a:solidFill>
                <a:latin typeface="Calibri"/>
              </a:rPr>
              <a:t>All outcomes based on direct operating involvement in sourcing, production, and commercialization.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2233F"/>
                </a:solidFill>
                <a:latin typeface="Calibri"/>
              </a:rPr>
              <a:t>How I Work With Beverage Companies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Advisory + Operating Sprint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30-90 day focused engagements for market entry, product launch, or supply chain redesign.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Workstreams: sourcing, plant partner selection, packaging readiness, pricing, and channel plan.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Weekly decision cadence with leadership team and execution owners.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Output: clear operating playbook with accountability and rollout checkpoints.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Fractional NPD Leadership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Embedded support for teams that need senior NPD and commercialization leadership.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Cross-functional bridge between procurement, operations, marketing, and sales.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Focus on profitable scale, not just innovation theater.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Output: repeatable launch process that compounds over multiple product cycles.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Ideal Clients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Best Fit Engagements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Global or regional beverage companies entering Southeast Asia.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Established players needing stronger execution in Thailand, Vietnam, or Laos.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Teams expanding across beer, spirits, and RTD categories with shared infrastructure.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Businesses seeking local operator credibility plus strategic clarity at executive level.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Let’s Build the Next Profitable Beverage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Avi Yashaya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Partner &amp; CEO, Mahanakhon Beverages Co., Ltd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NPD Consultant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Email: aviyashaya@gmail.com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6035040"/>
            <a:ext cx="10789920" cy="27432"/>
          </a:xfrm>
          <a:prstGeom prst="rect">
            <a:avLst/>
          </a:prstGeom>
          <a:solidFill>
            <a:srgbClr val="C79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6144768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64559"/>
                </a:solidFill>
                <a:latin typeface="Calibri"/>
              </a:rPr>
              <a:t>Available for consulting mandates with larger beverage companies and growth-focused regional operators.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